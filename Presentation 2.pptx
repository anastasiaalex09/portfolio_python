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8" r:id="rId2"/>
    <p:sldId id="259" r:id="rId3"/>
    <p:sldId id="264" r:id="rId4"/>
    <p:sldId id="261" r:id="rId5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A4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B04F7-7DE2-430C-8ED8-C7EF0B1F3A94}" v="53" dt="2025-12-11T17:29:45.513"/>
    <p1510:client id="{56B13B47-2528-4E45-97B4-BC7303299F2E}" v="24" dt="2025-12-11T12:41:14.249"/>
    <p1510:client id="{88F2A839-B108-4B11-A380-44AE6575EE75}" v="518" dt="2025-12-11T16:46:50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829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1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724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20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1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758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43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6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2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91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56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12/11/2025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1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D1F058DC-96CD-82B3-385B-5F721A15FA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91" b="75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FBB9AF1-CE92-475C-A47B-5FC32922B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100000">
                <a:srgbClr val="000000">
                  <a:alpha val="0"/>
                </a:srgbClr>
              </a:gs>
              <a:gs pos="30000">
                <a:srgbClr val="00000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BD49FA-FABB-4029-855D-FC8EFC7DB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7" y="195648"/>
            <a:ext cx="5973669" cy="35461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b="1" err="1">
                <a:solidFill>
                  <a:srgbClr val="FFFFFF"/>
                </a:solidFill>
              </a:rPr>
              <a:t>Исследование</a:t>
            </a:r>
            <a:r>
              <a:rPr lang="en-US" b="1">
                <a:solidFill>
                  <a:srgbClr val="FFFFFF"/>
                </a:solidFill>
              </a:rPr>
              <a:t> </a:t>
            </a:r>
            <a:r>
              <a:rPr lang="en-US" b="1" err="1">
                <a:solidFill>
                  <a:srgbClr val="FFFFFF"/>
                </a:solidFill>
              </a:rPr>
              <a:t>по</a:t>
            </a:r>
            <a:r>
              <a:rPr lang="en-US" b="1">
                <a:solidFill>
                  <a:srgbClr val="FFFFFF"/>
                </a:solidFill>
              </a:rPr>
              <a:t> </a:t>
            </a:r>
            <a:r>
              <a:rPr lang="en-US" b="1" err="1">
                <a:solidFill>
                  <a:srgbClr val="FFFFFF"/>
                </a:solidFill>
              </a:rPr>
              <a:t>онлайн-сервису</a:t>
            </a:r>
            <a:r>
              <a:rPr lang="en-US" b="1">
                <a:solidFill>
                  <a:srgbClr val="FFFFFF"/>
                </a:solidFill>
              </a:rPr>
              <a:t> NETFLIX</a:t>
            </a:r>
            <a:endParaRPr lang="en-US" i="0">
              <a:solidFill>
                <a:srgbClr val="000000"/>
              </a:solidFill>
            </a:endParaRPr>
          </a:p>
          <a:p>
            <a:endParaRPr lang="en-US" sz="7200" dirty="0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BEDEC-224D-96EE-F598-282EA39500D1}"/>
              </a:ext>
            </a:extLst>
          </p:cNvPr>
          <p:cNvSpPr txBox="1"/>
          <p:nvPr/>
        </p:nvSpPr>
        <p:spPr>
          <a:xfrm>
            <a:off x="6914453" y="5092625"/>
            <a:ext cx="486447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Исследование выполнила Алексеева Анастасия  в рамках курса по анализу данных.</a:t>
            </a:r>
            <a:endParaRPr lang="ru-RU" sz="2400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562515-84D7-529E-80F8-64D7A9AC04B4}"/>
              </a:ext>
            </a:extLst>
          </p:cNvPr>
          <p:cNvSpPr/>
          <p:nvPr/>
        </p:nvSpPr>
        <p:spPr>
          <a:xfrm>
            <a:off x="726235" y="1145332"/>
            <a:ext cx="77213" cy="570092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832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26F9A-393C-FD67-F977-40AF1402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 descr="Изображение выглядит как текст, снимок экрана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144F62-341B-3232-69B8-943D5D8E2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2" y="0"/>
            <a:ext cx="121956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3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8BD760-95AC-F69A-8E61-15120D827142}"/>
              </a:ext>
            </a:extLst>
          </p:cNvPr>
          <p:cNvSpPr/>
          <p:nvPr/>
        </p:nvSpPr>
        <p:spPr>
          <a:xfrm>
            <a:off x="591844" y="1082642"/>
            <a:ext cx="389751" cy="57452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CD493-1710-F6DD-8457-8A2EDB9E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56" y="1"/>
            <a:ext cx="12046131" cy="92701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endParaRPr lang="en-US" sz="720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355857-442E-6EFB-711A-56026C3DA7C7}"/>
              </a:ext>
            </a:extLst>
          </p:cNvPr>
          <p:cNvSpPr/>
          <p:nvPr/>
        </p:nvSpPr>
        <p:spPr>
          <a:xfrm>
            <a:off x="-6034" y="6174590"/>
            <a:ext cx="12201052" cy="689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325C30B-1CAD-B556-9DB0-471C1C5BA1F8}"/>
              </a:ext>
            </a:extLst>
          </p:cNvPr>
          <p:cNvSpPr/>
          <p:nvPr/>
        </p:nvSpPr>
        <p:spPr>
          <a:xfrm>
            <a:off x="-18012" y="-10286"/>
            <a:ext cx="12220229" cy="1297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диаграмма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99CAEB-B1CB-B7F6-4195-1235C376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93" y="459911"/>
            <a:ext cx="12222891" cy="614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01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диаграмм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C9B5F3-D24B-EF86-33DB-9B7816A58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55"/>
            <a:ext cx="12192000" cy="593821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BF19AA2-F0D2-6864-E21B-15D89B112B5F}"/>
              </a:ext>
            </a:extLst>
          </p:cNvPr>
          <p:cNvSpPr/>
          <p:nvPr/>
        </p:nvSpPr>
        <p:spPr>
          <a:xfrm>
            <a:off x="2889" y="5935770"/>
            <a:ext cx="12197773" cy="9238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98791-6BD1-5A45-5022-D0A85E37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21" y="6252403"/>
            <a:ext cx="8778094" cy="60342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i="0" baseline="0" err="1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Пик</a:t>
            </a:r>
            <a:r>
              <a:rPr lang="en-US" sz="2400" b="1" i="0" baseline="0" dirty="0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 </a:t>
            </a:r>
            <a:r>
              <a:rPr lang="en-US" sz="2400" b="1" i="0" baseline="0" err="1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активации</a:t>
            </a:r>
            <a:r>
              <a:rPr lang="en-US" sz="2400" b="1" i="0" baseline="0" dirty="0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 </a:t>
            </a:r>
            <a:r>
              <a:rPr lang="en-US" sz="2400" b="1" i="0" baseline="0" err="1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пришёлся</a:t>
            </a:r>
            <a:r>
              <a:rPr lang="en-US" sz="2400" b="1" i="0" baseline="0" dirty="0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 </a:t>
            </a:r>
            <a:r>
              <a:rPr lang="en-US" sz="2400" b="1" i="0" baseline="0" err="1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на</a:t>
            </a:r>
            <a:r>
              <a:rPr lang="en-US" sz="2400" b="1" i="0" baseline="0" dirty="0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 </a:t>
            </a:r>
            <a:r>
              <a:rPr lang="en-US" sz="2400" b="1" i="0" baseline="0" err="1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октябрь</a:t>
            </a:r>
            <a:r>
              <a:rPr lang="en-US" sz="2400" b="1" i="0" baseline="0" dirty="0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–</a:t>
            </a:r>
            <a:r>
              <a:rPr lang="en-US" sz="2400" b="1" i="0" baseline="0" err="1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ноябрь</a:t>
            </a:r>
            <a:r>
              <a:rPr lang="en-US" sz="2400" b="1" i="0" baseline="0" dirty="0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 2022 </a:t>
            </a:r>
            <a:r>
              <a:rPr lang="en-US" sz="2400" b="1" i="0" baseline="0" err="1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года</a:t>
            </a:r>
            <a:r>
              <a:rPr lang="en-US" sz="2400" b="1" i="0" baseline="0" dirty="0">
                <a:solidFill>
                  <a:srgbClr val="1F1F1F"/>
                </a:solidFill>
                <a:highlight>
                  <a:srgbClr val="FFFFFF"/>
                </a:highlight>
                <a:latin typeface="Sitka Banner"/>
              </a:rPr>
              <a:t>.</a:t>
            </a:r>
            <a:endParaRPr lang="ru-RU" sz="2400" i="0"/>
          </a:p>
        </p:txBody>
      </p:sp>
    </p:spTree>
    <p:extLst>
      <p:ext uri="{BB962C8B-B14F-4D97-AF65-F5344CB8AC3E}">
        <p14:creationId xmlns:p14="http://schemas.microsoft.com/office/powerpoint/2010/main" val="3325683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Шрифт, снимок экрана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9FFA92-88EB-951F-EA1E-7C69186F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19" y="3812"/>
            <a:ext cx="12298506" cy="686503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8BE10-734D-9689-1895-AB4228A7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95" y="460330"/>
            <a:ext cx="8001740" cy="955178"/>
          </a:xfrm>
        </p:spPr>
        <p:txBody>
          <a:bodyPr/>
          <a:lstStyle/>
          <a:p>
            <a:pPr algn="ctr"/>
            <a:r>
              <a:rPr lang="ru-RU" i="0" dirty="0">
                <a:solidFill>
                  <a:schemeClr val="bg1"/>
                </a:solidFill>
              </a:rPr>
              <a:t>Спасибо за внимание!</a:t>
            </a:r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542E5-CFC2-7CFF-F054-EFB0E692AEE6}"/>
              </a:ext>
            </a:extLst>
          </p:cNvPr>
          <p:cNvSpPr txBox="1"/>
          <p:nvPr/>
        </p:nvSpPr>
        <p:spPr>
          <a:xfrm>
            <a:off x="6792056" y="5145401"/>
            <a:ext cx="510669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chemeClr val="bg1"/>
                </a:solidFill>
              </a:rPr>
              <a:t>Алексеева Анастасия Викторовна</a:t>
            </a:r>
            <a:endParaRPr lang="ru-RU"/>
          </a:p>
          <a:p>
            <a:pPr algn="ctr"/>
            <a:r>
              <a:rPr lang="ru-RU">
                <a:solidFill>
                  <a:schemeClr val="bg1"/>
                </a:solidFill>
              </a:rPr>
              <a:t>8965-466-11-95</a:t>
            </a:r>
          </a:p>
          <a:p>
            <a:pPr algn="ctr"/>
            <a:r>
              <a:rPr lang="ru-RU">
                <a:solidFill>
                  <a:schemeClr val="bg1"/>
                </a:solidFill>
              </a:rPr>
              <a:t>@AnastasiaAlex09</a:t>
            </a:r>
          </a:p>
          <a:p>
            <a:pPr algn="ctr"/>
            <a:r>
              <a:rPr lang="ru-RU">
                <a:solidFill>
                  <a:schemeClr val="bg1"/>
                </a:solidFill>
              </a:rPr>
              <a:t>nas.telp09@gmail.com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802881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HeadlinesVTI</vt:lpstr>
      <vt:lpstr>Исследование по онлайн-сервису NETFLIX </vt:lpstr>
      <vt:lpstr>Презентация PowerPoint</vt:lpstr>
      <vt:lpstr>Презентация PowerPoint</vt:lpstr>
      <vt:lpstr>Пик активации пришёлся на октябрь–ноябрь 2022 года.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280</cp:revision>
  <dcterms:created xsi:type="dcterms:W3CDTF">2025-12-11T12:33:23Z</dcterms:created>
  <dcterms:modified xsi:type="dcterms:W3CDTF">2025-12-11T17:32:32Z</dcterms:modified>
</cp:coreProperties>
</file>