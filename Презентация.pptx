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Play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f8Vyd7FmwyzrzPIVUvMx7Xyy2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regular.fntdata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Изображение выглядит как текст, указатель, Шрифт, логотип&#10;&#10;Содержимое, созданное искусственным интеллектом, может быть неверным." id="86" name="Google Shape;86;p1"/>
          <p:cNvPicPr preferRelativeResize="0"/>
          <p:nvPr/>
        </p:nvPicPr>
        <p:blipFill rotWithShape="1">
          <a:blip r:embed="rId3">
            <a:alphaModFix/>
          </a:blip>
          <a:srcRect b="-151" l="272" r="0" t="0"/>
          <a:stretch/>
        </p:blipFill>
        <p:spPr>
          <a:xfrm>
            <a:off x="-1297" y="2743"/>
            <a:ext cx="12551269" cy="685128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92998" y="97022"/>
            <a:ext cx="1043836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Анализ продаж на маркетплейсе Amazon</a:t>
            </a:r>
            <a:endParaRPr b="1" i="1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638550" y="5252356"/>
            <a:ext cx="674097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Работу подготовила Алексеева Анастасия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 рамках курса по анализу данных.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Play"/>
              <a:buNone/>
            </a:pPr>
            <a:r>
              <a:rPr b="1" lang="ru-RU" sz="2800" u="sng">
                <a:solidFill>
                  <a:srgbClr val="1F1F1F"/>
                </a:solidFill>
                <a:highlight>
                  <a:srgbClr val="FFFFFF"/>
                </a:highlight>
              </a:rPr>
              <a:t>Среди штатов лидируют:</a:t>
            </a:r>
            <a:br>
              <a:rPr b="1" lang="ru-RU" sz="2000">
                <a:highlight>
                  <a:srgbClr val="FFFFFF"/>
                </a:highlight>
              </a:rPr>
            </a:br>
            <a:r>
              <a:rPr b="1" lang="ru-RU" sz="2000">
                <a:solidFill>
                  <a:srgbClr val="1F1F1F"/>
                </a:solidFill>
                <a:highlight>
                  <a:srgbClr val="FFFFFF"/>
                </a:highlight>
              </a:rPr>
              <a:t> Калифорния (344);</a:t>
            </a:r>
            <a:br>
              <a:rPr b="1" lang="ru-RU" sz="2000">
                <a:highlight>
                  <a:srgbClr val="FFFFFF"/>
                </a:highlight>
              </a:rPr>
            </a:br>
            <a:r>
              <a:rPr b="1" lang="ru-RU" sz="2000">
                <a:solidFill>
                  <a:srgbClr val="1F1F1F"/>
                </a:solidFill>
                <a:highlight>
                  <a:srgbClr val="FFFFFF"/>
                </a:highlight>
              </a:rPr>
              <a:t> Нью-Йорк (174); </a:t>
            </a:r>
            <a:br>
              <a:rPr b="1" lang="ru-RU" sz="2000">
                <a:highlight>
                  <a:srgbClr val="FFFFFF"/>
                </a:highlight>
              </a:rPr>
            </a:br>
            <a:r>
              <a:rPr b="1" lang="ru-RU" sz="2000">
                <a:solidFill>
                  <a:srgbClr val="1F1F1F"/>
                </a:solidFill>
                <a:highlight>
                  <a:srgbClr val="FFFFFF"/>
                </a:highlight>
              </a:rPr>
              <a:t> Техас (164).</a:t>
            </a:r>
            <a:endParaRPr b="1" sz="2000"/>
          </a:p>
        </p:txBody>
      </p:sp>
      <p:pic>
        <p:nvPicPr>
          <p:cNvPr descr="Изображение выглядит как текст, диаграмма, снимок экрана, линия&#10;&#10;Содержимое, созданное искусственным интеллектом, может быть неверным." id="94" name="Google Shape;94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50" y="1710172"/>
            <a:ext cx="12199300" cy="5147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838200" y="-53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200"/>
              <a:buFont typeface="Play"/>
              <a:buNone/>
            </a:pPr>
            <a:r>
              <a:rPr b="1" lang="ru-RU" sz="3200">
                <a:solidFill>
                  <a:srgbClr val="1F1F1F"/>
                </a:solidFill>
                <a:highlight>
                  <a:srgbClr val="FFFFFF"/>
                </a:highlight>
              </a:rPr>
              <a:t>Больше всего заказов:</a:t>
            </a:r>
            <a:br>
              <a:rPr b="1" lang="ru-RU" sz="2800">
                <a:solidFill>
                  <a:srgbClr val="1F1F1F"/>
                </a:solidFill>
                <a:highlight>
                  <a:srgbClr val="FFFFFF"/>
                </a:highlight>
              </a:rPr>
            </a:br>
            <a:br>
              <a:rPr lang="ru-RU" sz="2000">
                <a:highlight>
                  <a:srgbClr val="FFFFFF"/>
                </a:highlight>
              </a:rPr>
            </a:br>
            <a:r>
              <a:rPr lang="ru-RU" sz="2400">
                <a:solidFill>
                  <a:srgbClr val="1F1F1F"/>
                </a:solidFill>
                <a:highlight>
                  <a:srgbClr val="FFFFFF"/>
                </a:highlight>
              </a:rPr>
              <a:t> Нью-Йорк, Лос-Анджелес, Чикаго, Хьюстон, Филадельфия.</a:t>
            </a:r>
            <a:endParaRPr sz="2400"/>
          </a:p>
        </p:txBody>
      </p:sp>
      <p:pic>
        <p:nvPicPr>
          <p:cNvPr descr="Изображение выглядит как текст, диаграмма, снимок экрана, линия&#10;&#10;Содержимое, созданное искусственным интеллектом, может быть неверным." id="100" name="Google Shape;100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" y="1317625"/>
            <a:ext cx="12200979" cy="5540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838200" y="278040"/>
            <a:ext cx="10515600" cy="1445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•"/>
            </a:pPr>
            <a:br>
              <a:rPr b="1" lang="ru-RU" sz="1200">
                <a:solidFill>
                  <a:srgbClr val="1F1F1F"/>
                </a:solidFill>
                <a:highlight>
                  <a:srgbClr val="FFFFFF"/>
                </a:highlight>
              </a:rPr>
            </a:b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Play"/>
              <a:buNone/>
            </a:pPr>
            <a:r>
              <a:rPr b="1" lang="ru-RU" sz="2800">
                <a:solidFill>
                  <a:srgbClr val="1F1F1F"/>
                </a:solidFill>
                <a:highlight>
                  <a:srgbClr val="FFFFFF"/>
                </a:highlight>
              </a:rPr>
              <a:t>                                                       </a:t>
            </a:r>
            <a:r>
              <a:rPr b="1" lang="ru-RU" sz="3200">
                <a:solidFill>
                  <a:srgbClr val="1F1F1F"/>
                </a:solidFill>
                <a:highlight>
                  <a:srgbClr val="FFFFFF"/>
                </a:highlight>
              </a:rPr>
              <a:t>Лидеры:</a:t>
            </a:r>
            <a:endParaRPr b="1" sz="3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400"/>
              <a:buFont typeface="Play"/>
              <a:buNone/>
            </a:pPr>
            <a:r>
              <a:rPr b="1" lang="ru-RU" sz="2400">
                <a:solidFill>
                  <a:srgbClr val="1F1F1F"/>
                </a:solidFill>
                <a:highlight>
                  <a:srgbClr val="FFFFFF"/>
                </a:highlight>
              </a:rPr>
              <a:t>                                                               West (Запад) </a:t>
            </a:r>
            <a:endParaRPr b="1"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400"/>
              <a:buFont typeface="Play"/>
              <a:buNone/>
            </a:pPr>
            <a:r>
              <a:rPr b="1" lang="ru-RU" sz="2400">
                <a:solidFill>
                  <a:srgbClr val="1F1F1F"/>
                </a:solidFill>
                <a:highlight>
                  <a:srgbClr val="FFFFFF"/>
                </a:highlight>
              </a:rPr>
              <a:t>                                                               East (Восток)</a:t>
            </a:r>
            <a:br>
              <a:rPr b="1" lang="ru-RU" sz="2400">
                <a:highlight>
                  <a:srgbClr val="FFFFFF"/>
                </a:highlight>
              </a:rPr>
            </a:br>
            <a:r>
              <a:rPr b="1" lang="ru-RU" sz="2400">
                <a:solidFill>
                  <a:srgbClr val="1F1F1F"/>
                </a:solidFill>
                <a:highlight>
                  <a:srgbClr val="FFFFFF"/>
                </a:highlight>
              </a:rPr>
              <a:t>                               Эти два региона генерируют более 55% всех продаж.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descr="Изображение выглядит как текст, снимок экрана, диаграмма, Прямоугольник&#10;&#10;Содержимое, созданное искусственным интеллектом, может быть неверным." id="106" name="Google Shape;106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928" y="1890177"/>
            <a:ext cx="12062690" cy="4972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descr="Изображение выглядит как текст, снимок экрана, диаграмма, линия&#10;&#10;Содержимое, созданное искусственным интеллектом, может быть неверным." id="112" name="Google Shape;112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3" y="1444"/>
            <a:ext cx="12192725" cy="685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/>
        </p:nvSpPr>
        <p:spPr>
          <a:xfrm>
            <a:off x="4811487" y="552449"/>
            <a:ext cx="675458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Лидируют расходные материалы (бумага, скобы, этикетки, карандаши).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descr="Изображение выглядит как текст, указатель, знак, строительство&#10;&#10;Содержимое, созданное искусственным интеллектом, может быть неверным." id="119" name="Google Shape;119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07" y="-10102"/>
            <a:ext cx="12196614" cy="686824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 txBox="1"/>
          <p:nvPr/>
        </p:nvSpPr>
        <p:spPr>
          <a:xfrm>
            <a:off x="155238" y="7336"/>
            <a:ext cx="721761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Благодарю за внимание!</a:t>
            </a:r>
            <a:endParaRPr/>
          </a:p>
        </p:txBody>
      </p:sp>
      <p:sp>
        <p:nvSpPr>
          <p:cNvPr id="121" name="Google Shape;121;p6"/>
          <p:cNvSpPr txBox="1"/>
          <p:nvPr/>
        </p:nvSpPr>
        <p:spPr>
          <a:xfrm>
            <a:off x="5889171" y="4762500"/>
            <a:ext cx="472167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Алексеева Анастасия Викторовна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8965-466-11-95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@AnastasiaAlex09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nas.telp09@gmail.com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2012-07-30T23:42:41Z</dcterms:created>
</cp:coreProperties>
</file>